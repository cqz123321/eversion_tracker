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23" y="7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C5C0B-50B3-57A0-8B82-8D2090679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8EC6237-2586-57B6-B4DA-F13B553E8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2A077E-AD62-3192-28D9-D3236247A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6FF71-84FE-6B55-36F6-E2B955A1F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71B735-6DEC-2CAE-F0E0-CFF74F52B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29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D281D-30A2-0BDD-F79B-985847C7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4B71E4-0B5A-F937-5C5D-9CB4C1727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35E4C6-7899-5A46-026F-422A898DF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4A78E9-0914-5AD2-B987-D1C996507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DAB23B-2841-0037-12B7-B26D488A6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31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4BF349-789B-FCA0-AB86-93C811595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A57230-F0F5-2A0F-D9E0-31A6C7F68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AC56C-6EFC-7F0E-A242-2C24CE04D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4BE373-2066-FA4E-DCE9-D533FE36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4FCE6D-A63D-798D-6246-242A682AF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311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B7565E-A150-9656-A932-577D9249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2F0682-96FA-B160-08E8-53181C5B7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DD37DF4-D515-A159-A677-40D15E488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F377B4-6E77-A97B-692C-AA0E5322D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6C16D3-BC6E-600F-1D90-1357AF5D5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B867F1-1AFF-3DD6-77BA-C442F37D7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836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DE42B-A7D7-49E9-A14E-3D5080DC7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4D130-4776-DF3D-F378-6AA0BF35E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CBFDDE-52A7-FB23-09AF-0AE5598C6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573D7A3-D52C-06BC-0DC6-CBAFABEAB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7D385-9231-380E-50CC-500967D39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C86E52-BD2D-FE8A-4240-624EA5FB8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4A32B9-4A7B-69E8-7270-B81DF966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7D705B-5A02-1846-6FF3-4B9F600A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408B5C-23C6-006A-DAC4-B938D668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DF8A70-7E65-8EFC-B599-DD43F9CBF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81E710-3339-98DC-C578-8A67872E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0B9B65-9EE4-1B11-D2E7-F2EE173E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58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2CE326-ED34-34DE-A596-FF8A858D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C801895-2021-FEA3-E4AF-7AA029F56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F1470A-CFF8-6C17-6C6A-86BF7940D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225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7E6483-5BEB-C6E8-DF88-87357DBDE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E1B5B3-50A8-433A-8200-E6D9F794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34D4B5-F961-3FB0-EA9B-D9FFC7A90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8647ED-8C79-F252-D9EB-F206ED3E2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84BFDD-BBAA-47AA-718A-BA9734929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A2B121-9661-E179-0B87-A4E5C63B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05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103DE-04EA-6CF3-E017-9003A5B5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AEB0A9-B94B-F7CF-DF47-7C543BBE7A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0F3280C-9F49-09CC-408F-4F909DF26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0A9B04-AF7E-0924-D849-5099B7AF2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D3CCE3-ADE7-A3B4-5129-821E63ED2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13981D-56DE-9DFD-E289-3A1AF7B5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7FD626-191E-9F0D-9C83-B9ACC3C7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02DD39-46C7-842F-EFCB-04E97FF3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8F7A6D-66A7-FA41-3242-531C1FB01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51D5B4-1FEA-C0FC-D495-FA055BEF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F9A82-8ABA-0DB3-4E51-F177296D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88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D40C1-CA0A-FA67-E03E-4F4E19349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B676DE-8D1B-CA95-F938-87C5A921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2470F-7942-5313-C216-235B7F1F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A671DE-5F09-B354-996F-A330F4972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5D567-1CE5-355C-BC2E-A1C147840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60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54A89B8-C1AC-5418-CA6C-5D1E92B1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0ED66D-2BA3-3720-67C8-55197C68A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8A9630-C084-3E3E-0F0F-9A756A26A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4A74C5-4730-4133-9DB9-98559DDBD6E5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B8B294-0885-CAA1-C0CE-23D2F58C1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9AB2FA-73B5-D8D9-65DD-95B86C0D4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85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D805A6F-FAEE-8768-EFB6-D4165BF74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31" t="8512" r="7185" b="12220"/>
          <a:stretch/>
        </p:blipFill>
        <p:spPr>
          <a:xfrm>
            <a:off x="10807381" y="243534"/>
            <a:ext cx="381383" cy="5858593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4053EEE-F51B-F10A-50F6-C63ED9244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t="11268" r="10902" b="11055"/>
          <a:stretch/>
        </p:blipFill>
        <p:spPr>
          <a:xfrm>
            <a:off x="643466" y="3225801"/>
            <a:ext cx="10219267" cy="309033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6987F7A6-3D7D-8191-0914-F160F68302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10630" r="11181" b="16801"/>
          <a:stretch/>
        </p:blipFill>
        <p:spPr>
          <a:xfrm>
            <a:off x="541865" y="338668"/>
            <a:ext cx="10320868" cy="288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94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6DDF1C2-460A-646F-3496-D1720A05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02" y="900854"/>
            <a:ext cx="4007056" cy="4305521"/>
          </a:xfrm>
          <a:prstGeom prst="rect">
            <a:avLst/>
          </a:prstGeom>
        </p:spPr>
      </p:pic>
      <p:grpSp>
        <p:nvGrpSpPr>
          <p:cNvPr id="14" name="组合 13">
            <a:extLst>
              <a:ext uri="{FF2B5EF4-FFF2-40B4-BE49-F238E27FC236}">
                <a16:creationId xmlns:a16="http://schemas.microsoft.com/office/drawing/2014/main" id="{55D8ABD5-EEE1-1A19-944F-6639766539CC}"/>
              </a:ext>
            </a:extLst>
          </p:cNvPr>
          <p:cNvGrpSpPr/>
          <p:nvPr/>
        </p:nvGrpSpPr>
        <p:grpSpPr>
          <a:xfrm>
            <a:off x="5545078" y="900854"/>
            <a:ext cx="4244741" cy="4307862"/>
            <a:chOff x="5545078" y="900854"/>
            <a:chExt cx="4244741" cy="4307862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C560EA57-56F3-12F5-E1D2-DBC086159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912"/>
            <a:stretch/>
          </p:blipFill>
          <p:spPr>
            <a:xfrm>
              <a:off x="5545078" y="900854"/>
              <a:ext cx="4244741" cy="4307862"/>
            </a:xfrm>
            <a:prstGeom prst="rect">
              <a:avLst/>
            </a:prstGeom>
          </p:spPr>
        </p:pic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6AFBEB10-71C5-B8A7-2841-EB0BCF57F1A8}"/>
                </a:ext>
              </a:extLst>
            </p:cNvPr>
            <p:cNvSpPr txBox="1"/>
            <p:nvPr/>
          </p:nvSpPr>
          <p:spPr>
            <a:xfrm>
              <a:off x="7204495" y="1132756"/>
              <a:ext cx="9448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Rectum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9F02FC2-D0F2-8678-B221-6588E9FA73CB}"/>
                </a:ext>
              </a:extLst>
            </p:cNvPr>
            <p:cNvSpPr txBox="1"/>
            <p:nvPr/>
          </p:nvSpPr>
          <p:spPr>
            <a:xfrm>
              <a:off x="7431860" y="4516688"/>
              <a:ext cx="1944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Eversion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C8B161F-F2FB-EACB-9EA8-EA2EB682E12C}"/>
                </a:ext>
              </a:extLst>
            </p:cNvPr>
            <p:cNvCxnSpPr>
              <a:cxnSpLocks/>
            </p:cNvCxnSpPr>
            <p:nvPr/>
          </p:nvCxnSpPr>
          <p:spPr>
            <a:xfrm>
              <a:off x="7886700" y="1502088"/>
              <a:ext cx="300531" cy="79062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E6C4D30D-0FDE-899D-84AA-18504EA0C4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33467" y="4264226"/>
              <a:ext cx="562022" cy="437128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72021B-76F6-4419-63EF-49753A5BEB44}"/>
                </a:ext>
              </a:extLst>
            </p:cNvPr>
            <p:cNvSpPr/>
            <p:nvPr/>
          </p:nvSpPr>
          <p:spPr>
            <a:xfrm>
              <a:off x="8020051" y="2032551"/>
              <a:ext cx="768383" cy="68103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A2F504BD-931C-C76A-D777-511CB3FDE78E}"/>
                </a:ext>
              </a:extLst>
            </p:cNvPr>
            <p:cNvSpPr txBox="1"/>
            <p:nvPr/>
          </p:nvSpPr>
          <p:spPr>
            <a:xfrm>
              <a:off x="6749405" y="2611791"/>
              <a:ext cx="18549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2EF2E35-B1BB-9C3C-3D46-0BB212BEC383}"/>
                </a:ext>
              </a:extLst>
            </p:cNvPr>
            <p:cNvSpPr/>
            <p:nvPr/>
          </p:nvSpPr>
          <p:spPr>
            <a:xfrm>
              <a:off x="6861112" y="3005137"/>
              <a:ext cx="315106" cy="311101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954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A7678FC-C1EB-5E9A-04CA-C531C5FF3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" y="92912"/>
            <a:ext cx="5517850" cy="287710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8E080A4-0855-E767-6993-E1D1795F2C2C}"/>
              </a:ext>
            </a:extLst>
          </p:cNvPr>
          <p:cNvSpPr txBox="1"/>
          <p:nvPr/>
        </p:nvSpPr>
        <p:spPr>
          <a:xfrm>
            <a:off x="-19318" y="5188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64D0A5-1B66-F487-CF1E-F8246F3FB1C8}"/>
              </a:ext>
            </a:extLst>
          </p:cNvPr>
          <p:cNvSpPr txBox="1"/>
          <p:nvPr/>
        </p:nvSpPr>
        <p:spPr>
          <a:xfrm rot="16200000">
            <a:off x="-971474" y="4581456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Path Progression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AFF583-3588-C58B-478B-72B24F77915D}"/>
              </a:ext>
            </a:extLst>
          </p:cNvPr>
          <p:cNvSpPr txBox="1"/>
          <p:nvPr/>
        </p:nvSpPr>
        <p:spPr>
          <a:xfrm>
            <a:off x="1668990" y="6252774"/>
            <a:ext cx="3336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Normalized Elapsed Time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A7103A3E-E440-A6C3-FDD0-0F1359C6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12" y="2970018"/>
            <a:ext cx="5891727" cy="34828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BAA6C82-7559-3E89-164D-D8C9FCDB27F4}"/>
              </a:ext>
            </a:extLst>
          </p:cNvPr>
          <p:cNvSpPr txBox="1"/>
          <p:nvPr/>
        </p:nvSpPr>
        <p:spPr>
          <a:xfrm>
            <a:off x="-208298" y="2965453"/>
            <a:ext cx="832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E7F084-C383-7304-84AF-D7DB7CC0FC1D}"/>
              </a:ext>
            </a:extLst>
          </p:cNvPr>
          <p:cNvSpPr txBox="1"/>
          <p:nvPr/>
        </p:nvSpPr>
        <p:spPr>
          <a:xfrm>
            <a:off x="2007656" y="23712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Start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C5CA7E-9E7E-2BF5-4337-4921D303E21C}"/>
              </a:ext>
            </a:extLst>
          </p:cNvPr>
          <p:cNvSpPr txBox="1"/>
          <p:nvPr/>
        </p:nvSpPr>
        <p:spPr>
          <a:xfrm>
            <a:off x="2774100" y="55307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End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63A37C-4ECC-6305-4BBA-E526C6F67DFA}"/>
              </a:ext>
            </a:extLst>
          </p:cNvPr>
          <p:cNvSpPr/>
          <p:nvPr/>
        </p:nvSpPr>
        <p:spPr>
          <a:xfrm>
            <a:off x="512233" y="3136900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307828-5FD0-A7C9-F283-44CA7C040318}"/>
              </a:ext>
            </a:extLst>
          </p:cNvPr>
          <p:cNvSpPr/>
          <p:nvPr/>
        </p:nvSpPr>
        <p:spPr>
          <a:xfrm>
            <a:off x="479274" y="4593166"/>
            <a:ext cx="98876" cy="232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84603D7-8912-D65D-B5DE-51C9BBBC7F2A}"/>
              </a:ext>
            </a:extLst>
          </p:cNvPr>
          <p:cNvSpPr/>
          <p:nvPr/>
        </p:nvSpPr>
        <p:spPr>
          <a:xfrm>
            <a:off x="504437" y="6081384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2DD80D0-8F13-C84F-484B-F3A86F848C15}"/>
              </a:ext>
            </a:extLst>
          </p:cNvPr>
          <p:cNvSpPr txBox="1"/>
          <p:nvPr/>
        </p:nvSpPr>
        <p:spPr>
          <a:xfrm>
            <a:off x="424582" y="3084109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E56B84-397F-BFF7-F2B5-67EE8FB7B05F}"/>
              </a:ext>
            </a:extLst>
          </p:cNvPr>
          <p:cNvSpPr txBox="1"/>
          <p:nvPr/>
        </p:nvSpPr>
        <p:spPr>
          <a:xfrm>
            <a:off x="424582" y="4465202"/>
            <a:ext cx="2471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6C2877F-CC9D-2B74-B075-B4B730A3E303}"/>
              </a:ext>
            </a:extLst>
          </p:cNvPr>
          <p:cNvSpPr txBox="1"/>
          <p:nvPr/>
        </p:nvSpPr>
        <p:spPr>
          <a:xfrm>
            <a:off x="424582" y="4621084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34381D7-E0A5-1B65-CF01-1267996AA35E}"/>
              </a:ext>
            </a:extLst>
          </p:cNvPr>
          <p:cNvSpPr txBox="1"/>
          <p:nvPr/>
        </p:nvSpPr>
        <p:spPr>
          <a:xfrm>
            <a:off x="413002" y="6034473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975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表&#10;&#10;描述已自动生成">
            <a:extLst>
              <a:ext uri="{FF2B5EF4-FFF2-40B4-BE49-F238E27FC236}">
                <a16:creationId xmlns:a16="http://schemas.microsoft.com/office/drawing/2014/main" id="{5569393F-D055-0C48-DFBE-5A9D0CCF0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5" t="4449" r="8706" b="11591"/>
          <a:stretch/>
        </p:blipFill>
        <p:spPr>
          <a:xfrm>
            <a:off x="3045145" y="323174"/>
            <a:ext cx="5617487" cy="299082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EF4DBBAB-A07D-9C53-7A88-605419DACA82}"/>
              </a:ext>
            </a:extLst>
          </p:cNvPr>
          <p:cNvSpPr txBox="1"/>
          <p:nvPr/>
        </p:nvSpPr>
        <p:spPr>
          <a:xfrm>
            <a:off x="2559489" y="3606"/>
            <a:ext cx="832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94CCFFC-65F5-CF1B-6940-AF46E230EB36}"/>
              </a:ext>
            </a:extLst>
          </p:cNvPr>
          <p:cNvSpPr txBox="1"/>
          <p:nvPr/>
        </p:nvSpPr>
        <p:spPr>
          <a:xfrm>
            <a:off x="-223318" y="0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BA68F16-21F3-5D9C-7FBD-C3F8242D1383}"/>
              </a:ext>
            </a:extLst>
          </p:cNvPr>
          <p:cNvSpPr/>
          <p:nvPr/>
        </p:nvSpPr>
        <p:spPr>
          <a:xfrm>
            <a:off x="5960358" y="2476220"/>
            <a:ext cx="93663" cy="98425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85FB871-07C9-AA9C-8C92-1C45961C9B58}"/>
              </a:ext>
            </a:extLst>
          </p:cNvPr>
          <p:cNvGrpSpPr/>
          <p:nvPr/>
        </p:nvGrpSpPr>
        <p:grpSpPr>
          <a:xfrm>
            <a:off x="476526" y="74514"/>
            <a:ext cx="2675357" cy="3403728"/>
            <a:chOff x="580798" y="102658"/>
            <a:chExt cx="2675357" cy="3403728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B714BED1-3A45-04BC-173A-EEE190DA3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0358" r="14418"/>
            <a:stretch/>
          </p:blipFill>
          <p:spPr>
            <a:xfrm>
              <a:off x="580798" y="102658"/>
              <a:ext cx="2155818" cy="3403728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3E8F106-C083-0EDC-5EF9-B65197DDBA03}"/>
                </a:ext>
              </a:extLst>
            </p:cNvPr>
            <p:cNvSpPr txBox="1"/>
            <p:nvPr/>
          </p:nvSpPr>
          <p:spPr>
            <a:xfrm>
              <a:off x="1490335" y="285888"/>
              <a:ext cx="1246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Rectum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E0A3F6-5641-E1DC-AF72-4A123F93C830}"/>
                </a:ext>
              </a:extLst>
            </p:cNvPr>
            <p:cNvSpPr txBox="1"/>
            <p:nvPr/>
          </p:nvSpPr>
          <p:spPr>
            <a:xfrm>
              <a:off x="784026" y="3014130"/>
              <a:ext cx="2472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Eversion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005E0B6-FF2A-2B56-28EC-A377AB4B94CF}"/>
                </a:ext>
              </a:extLst>
            </p:cNvPr>
            <p:cNvCxnSpPr>
              <a:cxnSpLocks/>
            </p:cNvCxnSpPr>
            <p:nvPr/>
          </p:nvCxnSpPr>
          <p:spPr>
            <a:xfrm>
              <a:off x="1967711" y="577705"/>
              <a:ext cx="210298" cy="62468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4C2099E-646E-9560-1616-A84AC4E856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30708" y="2760126"/>
              <a:ext cx="393277" cy="34538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A3733A-BBC2-4DFB-8AF8-209328BCA007}"/>
                </a:ext>
              </a:extLst>
            </p:cNvPr>
            <p:cNvSpPr/>
            <p:nvPr/>
          </p:nvSpPr>
          <p:spPr>
            <a:xfrm>
              <a:off x="2061024" y="996834"/>
              <a:ext cx="537679" cy="538101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084F007-9186-FB12-1D63-1D134DA51061}"/>
                </a:ext>
              </a:extLst>
            </p:cNvPr>
            <p:cNvSpPr txBox="1"/>
            <p:nvPr/>
          </p:nvSpPr>
          <p:spPr>
            <a:xfrm>
              <a:off x="815436" y="1437237"/>
              <a:ext cx="1298039" cy="291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B859397-7D99-C2DB-5180-4E020CFB6B27}"/>
                </a:ext>
              </a:extLst>
            </p:cNvPr>
            <p:cNvSpPr/>
            <p:nvPr/>
          </p:nvSpPr>
          <p:spPr>
            <a:xfrm>
              <a:off x="1250052" y="1765294"/>
              <a:ext cx="220496" cy="24580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10909445-614B-63BA-1DD5-6520A8809F97}"/>
              </a:ext>
            </a:extLst>
          </p:cNvPr>
          <p:cNvSpPr/>
          <p:nvPr/>
        </p:nvSpPr>
        <p:spPr>
          <a:xfrm>
            <a:off x="7415764" y="224884"/>
            <a:ext cx="1359536" cy="1776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245FEC2-D32D-EB7D-EF36-E5AA1107C3F1}"/>
              </a:ext>
            </a:extLst>
          </p:cNvPr>
          <p:cNvSpPr/>
          <p:nvPr/>
        </p:nvSpPr>
        <p:spPr>
          <a:xfrm>
            <a:off x="8445832" y="338564"/>
            <a:ext cx="195898" cy="2019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E031784-7081-624E-4680-D1F6AB226E1D}"/>
              </a:ext>
            </a:extLst>
          </p:cNvPr>
          <p:cNvSpPr txBox="1"/>
          <p:nvPr/>
        </p:nvSpPr>
        <p:spPr>
          <a:xfrm>
            <a:off x="8360946" y="2548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49B9F7E-129E-1988-99FE-74CDAE4B2713}"/>
              </a:ext>
            </a:extLst>
          </p:cNvPr>
          <p:cNvSpPr txBox="1"/>
          <p:nvPr/>
        </p:nvSpPr>
        <p:spPr>
          <a:xfrm>
            <a:off x="6591630" y="68883"/>
            <a:ext cx="201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Color-change signal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6BA919-FB8B-827E-E57F-5AF652DB105B}"/>
              </a:ext>
            </a:extLst>
          </p:cNvPr>
          <p:cNvSpPr txBox="1"/>
          <p:nvPr/>
        </p:nvSpPr>
        <p:spPr>
          <a:xfrm>
            <a:off x="4330960" y="322762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Normalized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Elapsed Time (%)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C77C41A-E0C7-415E-F1B9-C534F89FD148}"/>
              </a:ext>
            </a:extLst>
          </p:cNvPr>
          <p:cNvSpPr txBox="1"/>
          <p:nvPr/>
        </p:nvSpPr>
        <p:spPr>
          <a:xfrm rot="16200000">
            <a:off x="1898327" y="1378426"/>
            <a:ext cx="2112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 Progression (%)</a:t>
            </a:r>
          </a:p>
        </p:txBody>
      </p:sp>
    </p:spTree>
    <p:extLst>
      <p:ext uri="{BB962C8B-B14F-4D97-AF65-F5344CB8AC3E}">
        <p14:creationId xmlns:p14="http://schemas.microsoft.com/office/powerpoint/2010/main" val="2873452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47</Words>
  <Application>Microsoft Office PowerPoint</Application>
  <PresentationFormat>宽屏</PresentationFormat>
  <Paragraphs>22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Qingzheng Cong</dc:creator>
  <cp:lastModifiedBy>Qingzheng Cong</cp:lastModifiedBy>
  <cp:revision>10</cp:revision>
  <dcterms:created xsi:type="dcterms:W3CDTF">2026-10-27T16:47:07Z</dcterms:created>
  <dcterms:modified xsi:type="dcterms:W3CDTF">2026-10-29T20:48:55Z</dcterms:modified>
</cp:coreProperties>
</file>