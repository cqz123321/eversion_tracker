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0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1C5C0B-50B3-57A0-8B82-8D2090679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8EC6237-2586-57B6-B4DA-F13B553E8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2A077E-AD62-3192-28D9-D3236247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74C5-4730-4133-9DB9-98559DDBD6E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36FF71-84FE-6B55-36F6-E2B955A1F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71B735-6DEC-2CAE-F0E0-CFF74F52B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629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CD281D-30A2-0BDD-F79B-985847C77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4B71E4-0B5A-F937-5C5D-9CB4C1727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35E4C6-7899-5A46-026F-422A898DF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74C5-4730-4133-9DB9-98559DDBD6E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4A78E9-0914-5AD2-B987-D1C996507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DAB23B-2841-0037-12B7-B26D488A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314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4BF349-789B-FCA0-AB86-93C811595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A57230-F0F5-2A0F-D9E0-31A6C7F68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FAC56C-6EFC-7F0E-A242-2C24CE04D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74C5-4730-4133-9DB9-98559DDBD6E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4BE373-2066-FA4E-DCE9-D533FE367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4FCE6D-A63D-798D-6246-242A682AF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311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B7565E-A150-9656-A932-577D9249B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2F0682-96FA-B160-08E8-53181C5B7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D37DF4-D515-A159-A677-40D15E488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F377B4-6E77-A97B-692C-AA0E5322D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74C5-4730-4133-9DB9-98559DDBD6E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6C16D3-BC6E-600F-1D90-1357AF5D5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B867F1-1AFF-3DD6-77BA-C442F37D7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836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BDE42B-A7D7-49E9-A14E-3D5080DC7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44D130-4776-DF3D-F378-6AA0BF35E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CBFDDE-52A7-FB23-09AF-0AE5598C6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573D7A3-D52C-06BC-0DC6-CBAFABEABB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07D385-9231-380E-50CC-500967D390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3C86E52-BD2D-FE8A-4240-624EA5FB8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74C5-4730-4133-9DB9-98559DDBD6E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4A32B9-4A7B-69E8-7270-B81DF966F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7D705B-5A02-1846-6FF3-4B9F600A7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38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408B5C-23C6-006A-DAC4-B938D6686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DF8A70-7E65-8EFC-B599-DD43F9CBF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74C5-4730-4133-9DB9-98559DDBD6E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B81E710-3339-98DC-C578-8A67872E3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0B9B65-9EE4-1B11-D2E7-F2EE173E4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584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12CE326-ED34-34DE-A596-FF8A858D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74C5-4730-4133-9DB9-98559DDBD6E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C801895-2021-FEA3-E4AF-7AA029F56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F1470A-CFF8-6C17-6C6A-86BF7940D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256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7E6483-5BEB-C6E8-DF88-87357DBDE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E1B5B3-50A8-433A-8200-E6D9F7944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34D4B5-F961-3FB0-EA9B-D9FFC7A90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8647ED-8C79-F252-D9EB-F206ED3E2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74C5-4730-4133-9DB9-98559DDBD6E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84BFDD-BBAA-47AA-718A-BA9734929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A2B121-9661-E179-0B87-A4E5C63BD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05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2103DE-04EA-6CF3-E017-9003A5B5A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CAEB0A9-B94B-F7CF-DF47-7C543BBE7A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F3280C-9F49-09CC-408F-4F909DF26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0A9B04-AF7E-0924-D849-5099B7AF2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74C5-4730-4133-9DB9-98559DDBD6E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D3CCE3-ADE7-A3B4-5129-821E63ED2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13981D-56DE-9DFD-E289-3A1AF7B55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25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7FD626-191E-9F0D-9C83-B9ACC3C72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02DD39-46C7-842F-EFCB-04E97FF3C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8F7A6D-66A7-FA41-3242-531C1FB01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74C5-4730-4133-9DB9-98559DDBD6E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51D5B4-1FEA-C0FC-D495-FA055BEFB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4F9A82-8ABA-0DB3-4E51-F177296D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884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8ED40C1-CA0A-FA67-E03E-4F4E193498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B676DE-8D1B-CA95-F938-87C5A921D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F2470F-7942-5313-C216-235B7F1F1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74C5-4730-4133-9DB9-98559DDBD6E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A671DE-5F09-B354-996F-A330F4972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35D567-1CE5-355C-BC2E-A1C147840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609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54A89B8-C1AC-5418-CA6C-5D1E92B18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0ED66D-2BA3-3720-67C8-55197C68A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8A9630-C084-3E3E-0F0F-9A756A26A1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4A74C5-4730-4133-9DB9-98559DDBD6E5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B8B294-0885-CAA1-C0CE-23D2F58C1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9AB2FA-73B5-D8D9-65DD-95B86C0D4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F64421-6741-4A5E-8856-07F3482EDC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853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D805A6F-FAEE-8768-EFB6-D4165BF74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234" t="5218" r="5597" b="6812"/>
          <a:stretch/>
        </p:blipFill>
        <p:spPr>
          <a:xfrm>
            <a:off x="10830865" y="0"/>
            <a:ext cx="717669" cy="650186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4053EEE-F51B-F10A-50F6-C63ED92440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8" t="11268" r="10902" b="11055"/>
          <a:stretch/>
        </p:blipFill>
        <p:spPr>
          <a:xfrm>
            <a:off x="643466" y="3225801"/>
            <a:ext cx="10219267" cy="309033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6987F7A6-3D7D-8191-0914-F160F68302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" t="10630" r="11181" b="16801"/>
          <a:stretch/>
        </p:blipFill>
        <p:spPr>
          <a:xfrm>
            <a:off x="541865" y="338668"/>
            <a:ext cx="10320868" cy="288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94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6DDF1C2-460A-646F-3496-D1720A056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877" y="900854"/>
            <a:ext cx="4007056" cy="430552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560EA57-56F3-12F5-E1D2-DBC0861597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912"/>
          <a:stretch/>
        </p:blipFill>
        <p:spPr>
          <a:xfrm>
            <a:off x="5545078" y="900854"/>
            <a:ext cx="4244741" cy="430786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AFBEB10-71C5-B8A7-2841-EB0BCF57F1A8}"/>
              </a:ext>
            </a:extLst>
          </p:cNvPr>
          <p:cNvSpPr txBox="1"/>
          <p:nvPr/>
        </p:nvSpPr>
        <p:spPr>
          <a:xfrm>
            <a:off x="7208584" y="1279952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Start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9F02FC2-D0F2-8678-B221-6588E9FA73CB}"/>
              </a:ext>
            </a:extLst>
          </p:cNvPr>
          <p:cNvSpPr txBox="1"/>
          <p:nvPr/>
        </p:nvSpPr>
        <p:spPr>
          <a:xfrm>
            <a:off x="6991239" y="4592998"/>
            <a:ext cx="1944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Eversion robot tip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C8B161F-F2FB-EACB-9EA8-EA2EB682E12C}"/>
              </a:ext>
            </a:extLst>
          </p:cNvPr>
          <p:cNvCxnSpPr>
            <a:cxnSpLocks/>
          </p:cNvCxnSpPr>
          <p:nvPr/>
        </p:nvCxnSpPr>
        <p:spPr>
          <a:xfrm>
            <a:off x="7812788" y="1502088"/>
            <a:ext cx="336523" cy="8584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6C4D30D-0FDE-899D-84AA-18504EA0C4E3}"/>
              </a:ext>
            </a:extLst>
          </p:cNvPr>
          <p:cNvCxnSpPr>
            <a:cxnSpLocks/>
          </p:cNvCxnSpPr>
          <p:nvPr/>
        </p:nvCxnSpPr>
        <p:spPr>
          <a:xfrm flipH="1" flipV="1">
            <a:off x="6833467" y="4264226"/>
            <a:ext cx="562022" cy="43712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549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A7678FC-C1EB-5E9A-04CA-C531C5FF3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50" y="92912"/>
            <a:ext cx="5517850" cy="287710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8E080A4-0855-E767-6993-E1D1795F2C2C}"/>
              </a:ext>
            </a:extLst>
          </p:cNvPr>
          <p:cNvSpPr txBox="1"/>
          <p:nvPr/>
        </p:nvSpPr>
        <p:spPr>
          <a:xfrm>
            <a:off x="-19318" y="51885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（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64D0A5-1B66-F487-CF1E-F8246F3FB1C8}"/>
              </a:ext>
            </a:extLst>
          </p:cNvPr>
          <p:cNvSpPr txBox="1"/>
          <p:nvPr/>
        </p:nvSpPr>
        <p:spPr>
          <a:xfrm rot="16200000">
            <a:off x="-971474" y="4581456"/>
            <a:ext cx="23920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Path Progression (%)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7AFF583-3588-C58B-478B-72B24F77915D}"/>
              </a:ext>
            </a:extLst>
          </p:cNvPr>
          <p:cNvSpPr txBox="1"/>
          <p:nvPr/>
        </p:nvSpPr>
        <p:spPr>
          <a:xfrm>
            <a:off x="1668990" y="6252774"/>
            <a:ext cx="33361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Normalized Elapsed Time (%)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A7103A3E-E440-A6C3-FDD0-0F1359C61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212" y="2970018"/>
            <a:ext cx="5891727" cy="348281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BAA6C82-7559-3E89-164D-D8C9FCDB27F4}"/>
              </a:ext>
            </a:extLst>
          </p:cNvPr>
          <p:cNvSpPr txBox="1"/>
          <p:nvPr/>
        </p:nvSpPr>
        <p:spPr>
          <a:xfrm>
            <a:off x="-208298" y="2965453"/>
            <a:ext cx="832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（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BE7F084-C383-7304-84AF-D7DB7CC0FC1D}"/>
              </a:ext>
            </a:extLst>
          </p:cNvPr>
          <p:cNvSpPr txBox="1"/>
          <p:nvPr/>
        </p:nvSpPr>
        <p:spPr>
          <a:xfrm>
            <a:off x="2007656" y="237123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Start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0C5CA7E-9E7E-2BF5-4337-4921D303E21C}"/>
              </a:ext>
            </a:extLst>
          </p:cNvPr>
          <p:cNvSpPr txBox="1"/>
          <p:nvPr/>
        </p:nvSpPr>
        <p:spPr>
          <a:xfrm>
            <a:off x="2774100" y="553078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End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363A37C-4ECC-6305-4BBA-E526C6F67DFA}"/>
              </a:ext>
            </a:extLst>
          </p:cNvPr>
          <p:cNvSpPr/>
          <p:nvPr/>
        </p:nvSpPr>
        <p:spPr>
          <a:xfrm>
            <a:off x="512233" y="3136900"/>
            <a:ext cx="65917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7307828-5FD0-A7C9-F283-44CA7C040318}"/>
              </a:ext>
            </a:extLst>
          </p:cNvPr>
          <p:cNvSpPr/>
          <p:nvPr/>
        </p:nvSpPr>
        <p:spPr>
          <a:xfrm>
            <a:off x="479274" y="4593166"/>
            <a:ext cx="98876" cy="2328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84603D7-8912-D65D-B5DE-51C9BBBC7F2A}"/>
              </a:ext>
            </a:extLst>
          </p:cNvPr>
          <p:cNvSpPr/>
          <p:nvPr/>
        </p:nvSpPr>
        <p:spPr>
          <a:xfrm>
            <a:off x="504437" y="6081384"/>
            <a:ext cx="65917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2DD80D0-8F13-C84F-484B-F3A86F848C15}"/>
              </a:ext>
            </a:extLst>
          </p:cNvPr>
          <p:cNvSpPr txBox="1"/>
          <p:nvPr/>
        </p:nvSpPr>
        <p:spPr>
          <a:xfrm>
            <a:off x="424582" y="3084109"/>
            <a:ext cx="2439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9E56B84-397F-BFF7-F2B5-67EE8FB7B05F}"/>
              </a:ext>
            </a:extLst>
          </p:cNvPr>
          <p:cNvSpPr txBox="1"/>
          <p:nvPr/>
        </p:nvSpPr>
        <p:spPr>
          <a:xfrm>
            <a:off x="424582" y="4465202"/>
            <a:ext cx="2471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6C2877F-CC9D-2B74-B075-B4B730A3E303}"/>
              </a:ext>
            </a:extLst>
          </p:cNvPr>
          <p:cNvSpPr txBox="1"/>
          <p:nvPr/>
        </p:nvSpPr>
        <p:spPr>
          <a:xfrm>
            <a:off x="424582" y="4621084"/>
            <a:ext cx="2439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34381D7-E0A5-1B65-CF01-1267996AA35E}"/>
              </a:ext>
            </a:extLst>
          </p:cNvPr>
          <p:cNvSpPr txBox="1"/>
          <p:nvPr/>
        </p:nvSpPr>
        <p:spPr>
          <a:xfrm>
            <a:off x="413002" y="6034473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975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ADE6935C-57BB-2452-73CB-0D4A247276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89" r="17272"/>
          <a:stretch/>
        </p:blipFill>
        <p:spPr>
          <a:xfrm>
            <a:off x="410155" y="253936"/>
            <a:ext cx="2300985" cy="321322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EC36EAA-440E-59F2-E9B2-4EE282461919}"/>
              </a:ext>
            </a:extLst>
          </p:cNvPr>
          <p:cNvSpPr txBox="1"/>
          <p:nvPr/>
        </p:nvSpPr>
        <p:spPr>
          <a:xfrm rot="16200000">
            <a:off x="1994750" y="1616003"/>
            <a:ext cx="23920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Path Progression (%)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570F7E-9D2D-F0FF-27F4-95B73FCF3178}"/>
              </a:ext>
            </a:extLst>
          </p:cNvPr>
          <p:cNvSpPr txBox="1"/>
          <p:nvPr/>
        </p:nvSpPr>
        <p:spPr>
          <a:xfrm>
            <a:off x="4635214" y="3287321"/>
            <a:ext cx="33361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Normalized Elapsed Time (%)</a:t>
            </a:r>
            <a:endParaRPr lang="zh-C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10C06DC-93C8-D981-E6C7-B78EB3D85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436" y="4565"/>
            <a:ext cx="5891727" cy="3482811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F4DBBAB-A07D-9C53-7A88-605419DACA82}"/>
              </a:ext>
            </a:extLst>
          </p:cNvPr>
          <p:cNvSpPr txBox="1"/>
          <p:nvPr/>
        </p:nvSpPr>
        <p:spPr>
          <a:xfrm>
            <a:off x="2757926" y="0"/>
            <a:ext cx="832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（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73EC71E-700B-BF59-81DC-C7BF70609EDE}"/>
              </a:ext>
            </a:extLst>
          </p:cNvPr>
          <p:cNvSpPr/>
          <p:nvPr/>
        </p:nvSpPr>
        <p:spPr>
          <a:xfrm>
            <a:off x="3478457" y="171447"/>
            <a:ext cx="65917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F1D176-A8FD-0EEF-B2F3-09D6200C5303}"/>
              </a:ext>
            </a:extLst>
          </p:cNvPr>
          <p:cNvSpPr/>
          <p:nvPr/>
        </p:nvSpPr>
        <p:spPr>
          <a:xfrm>
            <a:off x="3445498" y="1627713"/>
            <a:ext cx="98876" cy="2328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25CC89A-1A61-3A37-5DCC-2A74656494B7}"/>
              </a:ext>
            </a:extLst>
          </p:cNvPr>
          <p:cNvSpPr/>
          <p:nvPr/>
        </p:nvSpPr>
        <p:spPr>
          <a:xfrm>
            <a:off x="3470661" y="3115931"/>
            <a:ext cx="65917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CC9CFBE-DD04-202C-5D35-DC7F128874AD}"/>
              </a:ext>
            </a:extLst>
          </p:cNvPr>
          <p:cNvSpPr txBox="1"/>
          <p:nvPr/>
        </p:nvSpPr>
        <p:spPr>
          <a:xfrm>
            <a:off x="3390806" y="118656"/>
            <a:ext cx="2439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9FB0BA7-BC7E-43A9-D25B-194058806B58}"/>
              </a:ext>
            </a:extLst>
          </p:cNvPr>
          <p:cNvSpPr txBox="1"/>
          <p:nvPr/>
        </p:nvSpPr>
        <p:spPr>
          <a:xfrm>
            <a:off x="3390806" y="1499749"/>
            <a:ext cx="2471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B655471-5155-A00C-B746-1F21FB811516}"/>
              </a:ext>
            </a:extLst>
          </p:cNvPr>
          <p:cNvSpPr txBox="1"/>
          <p:nvPr/>
        </p:nvSpPr>
        <p:spPr>
          <a:xfrm>
            <a:off x="3390806" y="1655631"/>
            <a:ext cx="2439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0E0D600-D77C-C436-25FA-E652807B3B97}"/>
              </a:ext>
            </a:extLst>
          </p:cNvPr>
          <p:cNvSpPr txBox="1"/>
          <p:nvPr/>
        </p:nvSpPr>
        <p:spPr>
          <a:xfrm>
            <a:off x="3379226" y="3069020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endParaRPr lang="zh-CN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94CCFFC-65F5-CF1B-6940-AF46E230EB36}"/>
              </a:ext>
            </a:extLst>
          </p:cNvPr>
          <p:cNvSpPr txBox="1"/>
          <p:nvPr/>
        </p:nvSpPr>
        <p:spPr>
          <a:xfrm>
            <a:off x="-183745" y="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（</a:t>
            </a: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873452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40</Words>
  <Application>Microsoft Office PowerPoint</Application>
  <PresentationFormat>宽屏</PresentationFormat>
  <Paragraphs>20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Qingzheng Cong</dc:creator>
  <cp:lastModifiedBy>Qingzheng Cong</cp:lastModifiedBy>
  <cp:revision>5</cp:revision>
  <dcterms:created xsi:type="dcterms:W3CDTF">2026-10-27T16:47:07Z</dcterms:created>
  <dcterms:modified xsi:type="dcterms:W3CDTF">2026-10-29T00:54:36Z</dcterms:modified>
</cp:coreProperties>
</file>