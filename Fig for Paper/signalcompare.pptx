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51C5C0B-50B3-57A0-8B82-8D20906794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8EC6237-2586-57B6-B4DA-F13B553E85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72A077E-AD62-3192-28D9-D3236247A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A74C5-4730-4133-9DB9-98559DDBD6E5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236FF71-84FE-6B55-36F6-E2B955A1F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A71B735-6DEC-2CAE-F0E0-CFF74F52B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64421-6741-4A5E-8856-07F3482EDC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96296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8CD281D-30A2-0BDD-F79B-985847C77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04B71E4-0B5A-F937-5C5D-9CB4C1727A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35E4C6-7899-5A46-026F-422A898DF1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A74C5-4730-4133-9DB9-98559DDBD6E5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14A78E9-0914-5AD2-B987-D1C996507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EDAB23B-2841-0037-12B7-B26D488A6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64421-6741-4A5E-8856-07F3482EDC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123146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4BF349-789B-FCA0-AB86-93C8115953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DA57230-F0F5-2A0F-D9E0-31A6C7F68C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BFAC56C-6EFC-7F0E-A242-2C24CE04D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A74C5-4730-4133-9DB9-98559DDBD6E5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C4BE373-2066-FA4E-DCE9-D533FE3674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F4FCE6D-A63D-798D-6246-242A682AF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64421-6741-4A5E-8856-07F3482EDC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63110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B7565E-A150-9656-A932-577D9249B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62F0682-96FA-B160-08E8-53181C5B78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DD37DF4-D515-A159-A677-40D15E4885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FF377B4-6E77-A97B-692C-AA0E5322D0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A74C5-4730-4133-9DB9-98559DDBD6E5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F6C16D3-BC6E-600F-1D90-1357AF5D5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2B867F1-1AFF-3DD6-77BA-C442F37D7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64421-6741-4A5E-8856-07F3482EDC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00836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FBDE42B-A7D7-49E9-A14E-3D5080DC7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344D130-4776-DF3D-F378-6AA0BF35EA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7CBFDDE-52A7-FB23-09AF-0AE5598C61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8573D7A3-D52C-06BC-0DC6-CBAFABEABB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307D385-9231-380E-50CC-500967D390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3C86E52-BD2D-FE8A-4240-624EA5FB84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A74C5-4730-4133-9DB9-98559DDBD6E5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A4A32B9-4A7B-69E8-7270-B81DF966F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AF7D705B-5A02-1846-6FF3-4B9F600A7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64421-6741-4A5E-8856-07F3482EDC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738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408B5C-23C6-006A-DAC4-B938D6686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9DF8A70-7E65-8EFC-B599-DD43F9CBF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A74C5-4730-4133-9DB9-98559DDBD6E5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2B81E710-3339-98DC-C578-8A67872E3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30B9B65-9EE4-1B11-D2E7-F2EE173E4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64421-6741-4A5E-8856-07F3482EDC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885848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D12CE326-ED34-34DE-A596-FF8A858D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A74C5-4730-4133-9DB9-98559DDBD6E5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C801895-2021-FEA3-E4AF-7AA029F568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8F1470A-CFF8-6C17-6C6A-86BF7940D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64421-6741-4A5E-8856-07F3482EDC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2256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7E6483-5BEB-C6E8-DF88-87357DBDED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6E1B5B3-50A8-433A-8200-E6D9F79448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834D4B5-F961-3FB0-EA9B-D9FFC7A903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88647ED-8C79-F252-D9EB-F206ED3E2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A74C5-4730-4133-9DB9-98559DDBD6E5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784BFDD-BBAA-47AA-718A-BA97349290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5A2B121-9661-E179-0B87-A4E5C63BD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64421-6741-4A5E-8856-07F3482EDC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39054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32103DE-04EA-6CF3-E017-9003A5B5AA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CAEB0A9-B94B-F7CF-DF47-7C543BBE7A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0F3280C-9F49-09CC-408F-4F909DF26D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40A9B04-AF7E-0924-D849-5099B7AF23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A74C5-4730-4133-9DB9-98559DDBD6E5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CD3CCE3-ADE7-A3B4-5129-821E63ED2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713981D-56DE-9DFD-E289-3A1AF7B55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64421-6741-4A5E-8856-07F3482EDC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18253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27FD626-191E-9F0D-9C83-B9ACC3C72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A02DD39-46C7-842F-EFCB-04E97FF3C5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08F7A6D-66A7-FA41-3242-531C1FB019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A74C5-4730-4133-9DB9-98559DDBD6E5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E51D5B4-1FEA-C0FC-D495-FA055BEFBA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54F9A82-8ABA-0DB3-4E51-F177296D0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64421-6741-4A5E-8856-07F3482EDC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08847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8ED40C1-CA0A-FA67-E03E-4F4E193498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9B676DE-8D1B-CA95-F938-87C5A921DF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0F2470F-7942-5313-C216-235B7F1F1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A74C5-4730-4133-9DB9-98559DDBD6E5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6A671DE-5F09-B354-996F-A330F49722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435D567-1CE5-355C-BC2E-A1C147840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64421-6741-4A5E-8856-07F3482EDC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96096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54A89B8-C1AC-5418-CA6C-5D1E92B184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90ED66D-2BA3-3720-67C8-55197C68A6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8A9630-C084-3E3E-0F0F-9A756A26A19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4A74C5-4730-4133-9DB9-98559DDBD6E5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6B8B294-0885-CAA1-C0CE-23D2F58C15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9AB2FA-73B5-D8D9-65DD-95B86C0D46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F64421-6741-4A5E-8856-07F3482EDC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41853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>
            <a:extLst>
              <a:ext uri="{FF2B5EF4-FFF2-40B4-BE49-F238E27FC236}">
                <a16:creationId xmlns:a16="http://schemas.microsoft.com/office/drawing/2014/main" id="{DD805A6F-FAEE-8768-EFB6-D4165BF74F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234" t="5218" r="5597" b="6812"/>
          <a:stretch/>
        </p:blipFill>
        <p:spPr>
          <a:xfrm>
            <a:off x="10830865" y="0"/>
            <a:ext cx="717669" cy="6501866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A4053EEE-F51B-F10A-50F6-C63ED92440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8" t="11268" r="10902" b="11055"/>
          <a:stretch/>
        </p:blipFill>
        <p:spPr>
          <a:xfrm>
            <a:off x="643466" y="3225801"/>
            <a:ext cx="10219267" cy="3090333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6987F7A6-3D7D-8191-0914-F160F68302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67" t="10630" r="11181" b="16801"/>
          <a:stretch/>
        </p:blipFill>
        <p:spPr>
          <a:xfrm>
            <a:off x="541865" y="338668"/>
            <a:ext cx="10320868" cy="2887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943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26DDF1C2-460A-646F-3496-D1720A056E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1403" y="900854"/>
            <a:ext cx="4007056" cy="4305521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C560EA57-56F3-12F5-E1D2-DBC0861597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912"/>
          <a:stretch/>
        </p:blipFill>
        <p:spPr>
          <a:xfrm>
            <a:off x="5558459" y="900854"/>
            <a:ext cx="4244741" cy="4307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95494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8A7678FC-C1EB-5E9A-04CA-C531C5FF30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150" y="92912"/>
            <a:ext cx="5517850" cy="2877106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88E080A4-0855-E767-6993-E1D1795F2C2C}"/>
              </a:ext>
            </a:extLst>
          </p:cNvPr>
          <p:cNvSpPr txBox="1"/>
          <p:nvPr/>
        </p:nvSpPr>
        <p:spPr>
          <a:xfrm>
            <a:off x="-19318" y="51885"/>
            <a:ext cx="8210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（</a:t>
            </a:r>
            <a:r>
              <a:rPr lang="en-US" altLang="zh-C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</a:t>
            </a:r>
            <a:r>
              <a:rPr lang="zh-CN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）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B64D0A5-1B66-F487-CF1E-F8246F3FB1C8}"/>
              </a:ext>
            </a:extLst>
          </p:cNvPr>
          <p:cNvSpPr txBox="1"/>
          <p:nvPr/>
        </p:nvSpPr>
        <p:spPr>
          <a:xfrm rot="16200000">
            <a:off x="-971474" y="4581456"/>
            <a:ext cx="23920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/>
              <a:t>Path Progression (%)</a:t>
            </a:r>
            <a:endParaRPr lang="zh-CN" altLang="en-US" sz="2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7AFF583-3588-C58B-478B-72B24F77915D}"/>
              </a:ext>
            </a:extLst>
          </p:cNvPr>
          <p:cNvSpPr txBox="1"/>
          <p:nvPr/>
        </p:nvSpPr>
        <p:spPr>
          <a:xfrm>
            <a:off x="1668990" y="6252774"/>
            <a:ext cx="33361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/>
              <a:t>Normalized Elapsed Time (%)</a:t>
            </a:r>
            <a:endParaRPr lang="zh-CN" altLang="en-US" sz="2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A7103A3E-E440-A6C3-FDD0-0F1359C611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212" y="2970018"/>
            <a:ext cx="5891727" cy="3482811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FBAA6C82-7559-3E89-164D-D8C9FCDB27F4}"/>
              </a:ext>
            </a:extLst>
          </p:cNvPr>
          <p:cNvSpPr txBox="1"/>
          <p:nvPr/>
        </p:nvSpPr>
        <p:spPr>
          <a:xfrm>
            <a:off x="-208298" y="2965453"/>
            <a:ext cx="8322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（</a:t>
            </a:r>
            <a:r>
              <a:rPr lang="en-US" altLang="zh-C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</a:t>
            </a:r>
            <a:r>
              <a:rPr lang="zh-CN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）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BE7F084-C383-7304-84AF-D7DB7CC0FC1D}"/>
              </a:ext>
            </a:extLst>
          </p:cNvPr>
          <p:cNvSpPr txBox="1"/>
          <p:nvPr/>
        </p:nvSpPr>
        <p:spPr>
          <a:xfrm>
            <a:off x="2007656" y="237123"/>
            <a:ext cx="644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highlight>
                  <a:srgbClr val="FFFF00"/>
                </a:highlight>
              </a:rPr>
              <a:t>Start</a:t>
            </a:r>
            <a:endParaRPr lang="zh-CN" altLang="en-US" dirty="0">
              <a:highlight>
                <a:srgbClr val="FFFF00"/>
              </a:highlight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0C5CA7E-9E7E-2BF5-4337-4921D303E21C}"/>
              </a:ext>
            </a:extLst>
          </p:cNvPr>
          <p:cNvSpPr txBox="1"/>
          <p:nvPr/>
        </p:nvSpPr>
        <p:spPr>
          <a:xfrm>
            <a:off x="2774100" y="553078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highlight>
                  <a:srgbClr val="FFFF00"/>
                </a:highlight>
              </a:rPr>
              <a:t>End</a:t>
            </a:r>
            <a:endParaRPr lang="zh-CN" altLang="en-US" dirty="0">
              <a:highlight>
                <a:srgbClr val="FFFF00"/>
              </a:highlight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8363A37C-4ECC-6305-4BBA-E526C6F67DFA}"/>
              </a:ext>
            </a:extLst>
          </p:cNvPr>
          <p:cNvSpPr/>
          <p:nvPr/>
        </p:nvSpPr>
        <p:spPr>
          <a:xfrm>
            <a:off x="512233" y="3136900"/>
            <a:ext cx="65917" cy="152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7307828-5FD0-A7C9-F283-44CA7C040318}"/>
              </a:ext>
            </a:extLst>
          </p:cNvPr>
          <p:cNvSpPr/>
          <p:nvPr/>
        </p:nvSpPr>
        <p:spPr>
          <a:xfrm>
            <a:off x="479274" y="4593166"/>
            <a:ext cx="98876" cy="23283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84603D7-8912-D65D-B5DE-51C9BBBC7F2A}"/>
              </a:ext>
            </a:extLst>
          </p:cNvPr>
          <p:cNvSpPr/>
          <p:nvPr/>
        </p:nvSpPr>
        <p:spPr>
          <a:xfrm>
            <a:off x="504437" y="6081384"/>
            <a:ext cx="65917" cy="152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D2DD80D0-8F13-C84F-484B-F3A86F848C15}"/>
              </a:ext>
            </a:extLst>
          </p:cNvPr>
          <p:cNvSpPr txBox="1"/>
          <p:nvPr/>
        </p:nvSpPr>
        <p:spPr>
          <a:xfrm>
            <a:off x="424582" y="3084109"/>
            <a:ext cx="24397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</a:t>
            </a:r>
            <a:endParaRPr lang="zh-CN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09E56B84-397F-BFF7-F2B5-67EE8FB7B05F}"/>
              </a:ext>
            </a:extLst>
          </p:cNvPr>
          <p:cNvSpPr txBox="1"/>
          <p:nvPr/>
        </p:nvSpPr>
        <p:spPr>
          <a:xfrm>
            <a:off x="424582" y="4465202"/>
            <a:ext cx="2471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</a:t>
            </a:r>
            <a:endParaRPr lang="zh-CN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F6C2877F-CC9D-2B74-B075-B4B730A3E303}"/>
              </a:ext>
            </a:extLst>
          </p:cNvPr>
          <p:cNvSpPr txBox="1"/>
          <p:nvPr/>
        </p:nvSpPr>
        <p:spPr>
          <a:xfrm>
            <a:off x="424582" y="4621084"/>
            <a:ext cx="24397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</a:t>
            </a:r>
            <a:endParaRPr lang="zh-CN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C34381D7-E0A5-1B65-CF01-1267996AA35E}"/>
              </a:ext>
            </a:extLst>
          </p:cNvPr>
          <p:cNvSpPr txBox="1"/>
          <p:nvPr/>
        </p:nvSpPr>
        <p:spPr>
          <a:xfrm>
            <a:off x="413002" y="6034473"/>
            <a:ext cx="24878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</a:t>
            </a:r>
            <a:endParaRPr lang="zh-CN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69754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19</Words>
  <Application>Microsoft Office PowerPoint</Application>
  <PresentationFormat>宽屏</PresentationFormat>
  <Paragraphs>10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8" baseType="lpstr">
      <vt:lpstr>等线</vt:lpstr>
      <vt:lpstr>等线 Light</vt:lpstr>
      <vt:lpstr>Arial</vt:lpstr>
      <vt:lpstr>Calibri</vt:lpstr>
      <vt:lpstr>Office 主题​​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Qingzheng Cong</dc:creator>
  <cp:lastModifiedBy>Qingzheng Cong</cp:lastModifiedBy>
  <cp:revision>4</cp:revision>
  <dcterms:created xsi:type="dcterms:W3CDTF">2026-10-27T16:47:07Z</dcterms:created>
  <dcterms:modified xsi:type="dcterms:W3CDTF">2026-10-27T18:01:14Z</dcterms:modified>
</cp:coreProperties>
</file>