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2283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38CBA5-39EE-4B25-1BD9-EC157456DB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539753C-D9FD-377E-7C0E-30045BA7DD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789FBC-6E09-3324-EC91-4387FE6D6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9FF8F-8175-442E-8592-C5C2C2B63FA9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3C13ED-5DC6-C2B0-119F-C7A8E32D5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33CC35-5263-C9D9-F1A6-7BB52987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6B1A-25F4-4C6E-B926-0A5B114F45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83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B50E35-EC52-C4F6-C7EA-D80F4B269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812464-081D-8915-9CA0-ACBE71311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F38CBE-83B1-EA48-549B-9FFD31155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9FF8F-8175-442E-8592-C5C2C2B63FA9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7A9D02-C3BF-9D25-A441-8E599C0F3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CD4F15-FDE3-D3C3-5601-965436D58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6B1A-25F4-4C6E-B926-0A5B114F45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8034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A4B414-22AA-1D12-2515-DD3710300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9953DF-7087-2A87-6A57-E2277A869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81C23B-DCD5-190C-EEB9-DAE7ACFF7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9FF8F-8175-442E-8592-C5C2C2B63FA9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8DC938-FF28-DD5C-CEDB-FB37E11EA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0D67E4-D854-B342-DD93-7DD74B98D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6B1A-25F4-4C6E-B926-0A5B114F45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829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0E5C5C-9343-8890-05B6-5AE375648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E15053-7475-762F-997D-7D7B931A13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1804321-AAE5-F2BF-4AB3-B0FCD98D13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BFBCC3-6C4C-32F8-B12F-320BB27E7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9FF8F-8175-442E-8592-C5C2C2B63FA9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413C1F-328A-8A7F-A9FB-17AEFB3C7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C9C714-3761-2643-0B2B-D8713AA25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6B1A-25F4-4C6E-B926-0A5B114F45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5112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227394-D632-9EFE-EAB3-D443A3948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95F3DE-38B3-1F6E-43A5-84973B951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62ED608-B249-9425-0B34-A966F29321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79A34B5-4000-7AE9-739D-56084720F9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872C11F-0AB9-B761-AE43-F84C01F853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1690314-9155-C6F5-8553-78FD02FCC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9FF8F-8175-442E-8592-C5C2C2B63FA9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B2F0764-643E-3C5B-1E48-52AEFA0C9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A5B3978-9882-6F80-DB65-8276F8064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6B1A-25F4-4C6E-B926-0A5B114F45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9253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54442B-41CE-3D39-4763-49601E08F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AFE39DE-7934-942D-79DD-AB6E7608C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9FF8F-8175-442E-8592-C5C2C2B63FA9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D02F675-6CE9-A31F-B042-32D999585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B24455C-6B0A-B9AA-5430-A042DFBE5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6B1A-25F4-4C6E-B926-0A5B114F45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293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19D7FBD-72F0-C04F-C40A-E127A7133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9FF8F-8175-442E-8592-C5C2C2B63FA9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5863E89-65B1-BCFF-B399-D4AE1127D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0EE2DD-1ECD-A81C-FEA1-4B01AB852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6B1A-25F4-4C6E-B926-0A5B114F45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534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133A6A-B272-F1B6-1285-A46CBEE4D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A80565-E5B6-2405-C13A-45425815C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BAE6A0D-F334-7EA5-8C3F-268B1C945F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DC5AC5-E6FC-00F0-50C9-358043E64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9FF8F-8175-442E-8592-C5C2C2B63FA9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8CB22B-E693-2F2B-8D2B-35AE82768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3070AF2-3448-D2FB-8129-EFF658B7B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6B1A-25F4-4C6E-B926-0A5B114F45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990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398C25-1F18-F8AB-3ACB-A34FB2AFD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04EA825-B9C5-4853-0F1C-A18A2C9BFE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27C59CF-8200-EAA0-9B32-66FED8BC75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85B8C2-57C1-2C2B-D87E-CF9486EE8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9FF8F-8175-442E-8592-C5C2C2B63FA9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8B709A-7B06-BE6F-906D-6A49B3F00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9CCF686-F197-8675-1197-F98873238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6B1A-25F4-4C6E-B926-0A5B114F45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1516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83088E-4A44-F3FC-DE3D-767736957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A7526A2-C992-B0DA-6F8A-9E97907222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DF5845-A5F0-1BDD-F1E7-641DB288C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9FF8F-8175-442E-8592-C5C2C2B63FA9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B20DB3-EAE3-5B99-CCF2-4F69A0011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153B11-8830-D6F2-BE6D-31FB804A2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6B1A-25F4-4C6E-B926-0A5B114F45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7516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51749AB-94CB-28E2-D533-DAC13180DA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DB2BB98-8509-3B56-F0D8-54B2AF6333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103105-3CDE-B237-3857-E095E088D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9FF8F-8175-442E-8592-C5C2C2B63FA9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BAAA7B-B3EE-9ED1-F8CE-2029618C5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B2D8E3-5D84-353B-D2E2-8030906FF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6B1A-25F4-4C6E-B926-0A5B114F45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980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ECFD011-3FDB-BD44-3DD7-71A5E0544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8A0E57-FE6D-5104-71D0-4497C32D7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927CAB-5A2F-83E4-F4CA-F6C646409C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29FF8F-8175-442E-8592-C5C2C2B63FA9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14A629-7480-84A4-0BBA-27BCC6A21B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F6D167-67D0-387B-6582-86B7460924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D66B1A-25F4-4C6E-B926-0A5B114F45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0873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表&#10;&#10;描述已自动生成">
            <a:extLst>
              <a:ext uri="{FF2B5EF4-FFF2-40B4-BE49-F238E27FC236}">
                <a16:creationId xmlns:a16="http://schemas.microsoft.com/office/drawing/2014/main" id="{EA6DA842-C10C-0BF8-D204-800DAC07C6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5" t="13648" b="9173"/>
          <a:stretch/>
        </p:blipFill>
        <p:spPr>
          <a:xfrm>
            <a:off x="0" y="0"/>
            <a:ext cx="12261881" cy="6684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269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Qingzheng Cong</dc:creator>
  <cp:lastModifiedBy>Qingzheng Cong</cp:lastModifiedBy>
  <cp:revision>1</cp:revision>
  <dcterms:created xsi:type="dcterms:W3CDTF">2026-10-29T00:57:58Z</dcterms:created>
  <dcterms:modified xsi:type="dcterms:W3CDTF">2026-10-29T00:58:52Z</dcterms:modified>
</cp:coreProperties>
</file>